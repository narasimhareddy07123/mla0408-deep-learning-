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bzMWRAnnATcL5uQ/nZwsvYmK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9184CF-A4B2-4425-9066-FC481335810D}">
  <a:tblStyle styleId="{DF9184CF-A4B2-4425-9066-FC48133581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61056" y="804333"/>
            <a:ext cx="11524976" cy="2872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b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CO5-AT3-Techniqual Presentation</a:t>
            </a:r>
            <a:b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MLA0408-DEEP LEARNING</a:t>
            </a:r>
            <a:b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3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Stochastic Encoders, Decoders and Contractive Encoders</a:t>
            </a:r>
            <a:br>
              <a:rPr b="1" lang="en-IN" sz="3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5799139" y="4348711"/>
            <a:ext cx="564150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b="1" lang="en-IN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b="1" lang="en-IN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Narasimha Reddy(192425190)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28" y="132821"/>
            <a:ext cx="1133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8072" y="257175"/>
            <a:ext cx="1524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554057" y="4440151"/>
            <a:ext cx="43005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Dr.D.Sudhagar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4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235035" y="1662563"/>
            <a:ext cx="9594765" cy="4664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Autoencoders are neural networks that learn efficient representations of data through encoding and reconstruction.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 standard autoencoder consists of an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encoder, latent representation, and decoder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Conventional autoencoders mainly focus on minimizing reconstruction error and may not handle uncertainty or input variations effectively.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Stochastic and Contractive Encoders extend the basic architecture to improve flexibility, robustness, and representation quality.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Stochastic models focus on probabilistic representations and data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generation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, while contractive models focus on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stability and robustness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01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5533" y="215901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67" y="150020"/>
            <a:ext cx="1133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tochastic encoder using point defects in two-dimensional materials |  Nature Communications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3045" y="1408176"/>
            <a:ext cx="2718955" cy="3458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545307" y="16120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STOCHASTIC ENCODERS AND DECODERS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230188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271462" y="2079269"/>
            <a:ext cx="8296466" cy="3782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 stochastic encoder represents an input as a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probability distribution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rather than a single deterministic latent vector.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The encoder generally learns the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mean and variance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of the latent distribution for a given input.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 latent vector is randomly sampled from this learned distribution during the encoding process.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The stochastic decoder uses the sampled latent representation to reconstruct the input or generate a new data sample.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572" y="2313432"/>
            <a:ext cx="3442716" cy="289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PRINCIPLE AND OBJECTIVES</a:t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07420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271510" y="1573213"/>
            <a:ext cx="9528000" cy="5011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896" r="-121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933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067" y="230188"/>
            <a:ext cx="1133475" cy="1343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5"/>
          <p:cNvGraphicFramePr/>
          <p:nvPr/>
        </p:nvGraphicFramePr>
        <p:xfrm>
          <a:off x="677333" y="2216436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B0CAE9"/>
                    </a:gs>
                    <a:gs pos="50000">
                      <a:srgbClr val="A1C1E4"/>
                    </a:gs>
                    <a:gs pos="100000">
                      <a:srgbClr val="90B8E4"/>
                    </a:gs>
                  </a:gsLst>
                  <a:lin ang="5400000" scaled="0"/>
                </a:gradFill>
                <a:tableStyleId>{DF9184CF-A4B2-4425-9066-FC481335810D}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Feature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Standard AE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Stochastic AE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Contractive AE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Representation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Fixed vector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Probability distribution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Stable vector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Encoder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Deterministic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Probabilistic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Deterministic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Sampling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No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Yes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No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Main Focus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Reconstruction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Generation &amp; uncertainty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Robustness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Loss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Reconstruction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Reconstruction + KL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Reconstruction + Penalty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Noise Handling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Moderate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Good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Latent Space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Smooth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Stable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Generation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Limited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Strong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Limited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Key Benefit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Simple &amp; efficient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Generates new 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Robust features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Applications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Compression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Image generation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Image recognition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22" name="Google Shape;122;p5"/>
          <p:cNvSpPr txBox="1"/>
          <p:nvPr/>
        </p:nvSpPr>
        <p:spPr>
          <a:xfrm>
            <a:off x="1370542" y="717034"/>
            <a:ext cx="889817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 OF STANDARD, STOCHASTIC AND CONTRACTIVE AUTOENCODERS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37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CONTRACTIVE ENCODERS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166687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66686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79832" y="1889126"/>
            <a:ext cx="9979152" cy="44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adds an additional regularization term to the reconstruction loss to control the sensitivity of the encoder.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contractive penalty is based on the 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Jacobian matrix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measures how much the latent representation changes with respect to the input.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encourages small input perturbations to produce only small changes in the learned representation.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results in 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stable, robust, and locally invariant features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1240" y="2468881"/>
            <a:ext cx="2164080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271462" y="11457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REAL-WORLD APPLICATIONS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6538" y="166687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66686"/>
            <a:ext cx="11334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64592" y="1561825"/>
            <a:ext cx="9683496" cy="5182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Medical Image Generation: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Creates realistic synthetic medical images for training and analysis.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Image Recognition: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Extracts robust features for accurate object and face recognition.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Anomaly Detection: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Identifies unusual patterns or abnormal data in complex datasets.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Data Augmentation: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Generates additional samples to improve machine-learning model performance.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Fault Detection: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Detects abnormal behavior and potential failures in industrial systems.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Speech Processing: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Learns useful representations for speech generation and audio analysis.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solidFill>
                <a:srgbClr val="FF0000"/>
              </a:solidFill>
            </a:endParaRPr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612648" y="2124392"/>
            <a:ext cx="11183112" cy="2609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Stochastic Autoencoders effectively model uncertainty and generate diverse data samples.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Contractive Autoencoders learn stable and robust representations against small input changes.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Both approaches provide important improvements over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standard autoencoders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Their applications include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image generation, recognition, anomaly detection, and 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data augmentation.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The choice of architecture depends on whether the main goal is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reconstruction, generation, or robustness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7866" y="230188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34" y="119591"/>
            <a:ext cx="11334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2" y="141287"/>
            <a:ext cx="1133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6538" y="16933"/>
            <a:ext cx="1524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ure-PowerPoint-Presentation-Template-Thankyou - SlideBazaar" id="154" name="Google Shape;1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2025-09-10T15:43:15Z</dcterms:created>
  <dc:creator>Shaik Asif</dc:creator>
</cp:coreProperties>
</file>